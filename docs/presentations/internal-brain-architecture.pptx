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5de7c23d-48f0-3475-b68b-5804ee0f4823}">
          <p14:sldIdLst>
            <p14:sldId id="256"/>
            <p14:sldId id="257"/>
            <p14:sldId id="258"/>
          </p14:sldIdLst>
        </p14:section>
        <p14:section name="Architecture" id="{b569bb20-0b5d-39a4-0cb7-3cda96482380}">
          <p14:sldIdLst>
            <p14:sldId id="259"/>
            <p14:sldId id="260"/>
            <p14:sldId id="261"/>
          </p14:sldIdLst>
        </p14:section>
        <p14:section name="Proof" id="{fb6a4728-f364-47bc-8cd3-2dba567240c0}">
          <p14:sldIdLst>
            <p14:sldId id="262"/>
            <p14:sldId id="263"/>
            <p14:sldId id="264"/>
            <p14:sldId id="265"/>
            <p14:sldId id="266"/>
            <p14:sldId id="267"/>
            <p14:sldId id="268"/>
            <p14:sldId id="269"/>
          </p14:sldIdLst>
        </p14:section>
        <p14:section name="Internal" id="{284762e1-6fd3-8c74-30b2-1519280a7324}">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The saved answer is withheld too</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676</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Team status, 13 Oct</a:t>
            </a:r>
            <a:pPr algn="l" indent="0" marL="0">
              <a:buNone/>
            </a:pPr>
            <a:r>
              <a:rPr lang="en-US" sz="2600" b="1" dirty="0">
                <a:solidFill>
                  <a:srgbClr val="8C8C8C"/>
                </a:solidFill>
              </a:rPr>
              <a:t> (internal: remove before submission)</a:t>
            </a:r>
            <a:endParaRPr lang="en-US" sz="2600" dirty="0"/>
          </a:p>
        </p:txBody>
      </p:sp>
      <p:sp>
        <p:nvSpPr>
          <p:cNvPr id="3" name="status-col-322"/>
          <p:cNvSpPr/>
          <p:nvPr/>
        </p:nvSpPr>
        <p:spPr>
          <a:xfrm>
            <a:off x="548640" y="1325880"/>
            <a:ext cx="3520440" cy="3840480"/>
          </a:xfrm>
          <a:prstGeom prst="roundRect">
            <a:avLst>
              <a:gd name="adj" fmla="val 1299"/>
            </a:avLst>
          </a:prstGeom>
          <a:solidFill>
            <a:srgbClr val="EAF3EA"/>
          </a:solidFill>
          <a:ln/>
        </p:spPr>
      </p:sp>
      <p:sp>
        <p:nvSpPr>
          <p:cNvPr id="4" name="text-323"/>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24"/>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25"/>
          <p:cNvSpPr/>
          <p:nvPr/>
        </p:nvSpPr>
        <p:spPr>
          <a:xfrm>
            <a:off x="4297680" y="1325880"/>
            <a:ext cx="3520440" cy="3840480"/>
          </a:xfrm>
          <a:prstGeom prst="roundRect">
            <a:avLst>
              <a:gd name="adj" fmla="val 1299"/>
            </a:avLst>
          </a:prstGeom>
          <a:solidFill>
            <a:srgbClr val="FCF3E3"/>
          </a:solidFill>
          <a:ln/>
        </p:spPr>
      </p:sp>
      <p:sp>
        <p:nvSpPr>
          <p:cNvPr id="7" name="text-326"/>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27"/>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28"/>
          <p:cNvSpPr/>
          <p:nvPr/>
        </p:nvSpPr>
        <p:spPr>
          <a:xfrm>
            <a:off x="8046720" y="1325880"/>
            <a:ext cx="3520440" cy="3840480"/>
          </a:xfrm>
          <a:prstGeom prst="roundRect">
            <a:avLst>
              <a:gd name="adj" fmla="val 1299"/>
            </a:avLst>
          </a:prstGeom>
          <a:solidFill>
            <a:srgbClr val="F5F5F5"/>
          </a:solidFill>
          <a:ln/>
        </p:spPr>
      </p:sp>
      <p:sp>
        <p:nvSpPr>
          <p:cNvPr id="10" name="text-329"/>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a:t>
            </a:r>
            <a:endParaRPr lang="en-US" sz="1900" dirty="0"/>
          </a:p>
        </p:txBody>
      </p:sp>
      <p:sp>
        <p:nvSpPr>
          <p:cNvPr id="11" name="status-list-330"/>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2026-10-16T09:04:44Z</dcterms:created>
  <dcterms:modified xsi:type="dcterms:W3CDTF">2026-10-16T09:04:44Z</dcterms:modified>
</cp:coreProperties>
</file>