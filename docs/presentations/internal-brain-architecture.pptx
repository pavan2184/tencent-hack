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6d493d90-7f03-60d8-4626-0f027a7b51af}">
          <p14:sldIdLst>
            <p14:sldId id="256"/>
            <p14:sldId id="257"/>
            <p14:sldId id="258"/>
          </p14:sldIdLst>
        </p14:section>
        <p14:section name="Architecture" id="{10cf7599-0f95-dd5d-3746-77a730cfb8ed}">
          <p14:sldIdLst>
            <p14:sldId id="259"/>
            <p14:sldId id="260"/>
            <p14:sldId id="261"/>
          </p14:sldIdLst>
        </p14:section>
        <p14:section name="Proof" id="{081fe7d5-9e61-b198-4b5d-efa5022132a8}">
          <p14:sldIdLst>
            <p14:sldId id="262"/>
            <p14:sldId id="263"/>
            <p14:sldId id="264"/>
            <p14:sldId id="265"/>
            <p14:sldId id="266"/>
            <p14:sldId id="267"/>
            <p14:sldId id="268"/>
            <p14:sldId id="269"/>
          </p14:sldIdLst>
        </p14:section>
        <p14:section name="Internal" id="{ee3001b6-95d9-b36d-4017-7523d35f315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Internal Brain,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The Internal Brain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The Internal Brain</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cites its evidence. Unsupported claims are dropped, and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Check every claim; cite or abstain</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Priya Nair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Priya asks again, then reopens her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Her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Priya asks about the Rail-B cutover. The facts are spread across email, Jira, Slack and Drive; she gets one answer citing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Priya's next answer drops the board deck and her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each allow/deny and the answer, and verifies the hash chain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 compliance officer can replay.</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Internal Brain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573</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 embeddings) behind a provider factory</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on a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PRs #6 and #9 merged locally, 13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Team status, 13 Oct (internal: remove before submission)</a:t>
            </a:r>
            <a:endParaRPr lang="en-US" sz="2800" dirty="0"/>
          </a:p>
        </p:txBody>
      </p:sp>
      <p:sp>
        <p:nvSpPr>
          <p:cNvPr id="3" name="status-col-311"/>
          <p:cNvSpPr/>
          <p:nvPr/>
        </p:nvSpPr>
        <p:spPr>
          <a:xfrm>
            <a:off x="548640" y="1325880"/>
            <a:ext cx="3520440" cy="3840480"/>
          </a:xfrm>
          <a:prstGeom prst="roundRect">
            <a:avLst>
              <a:gd name="adj" fmla="val 2078"/>
            </a:avLst>
          </a:prstGeom>
          <a:solidFill>
            <a:srgbClr val="E3F5F2"/>
          </a:solidFill>
          <a:ln/>
        </p:spPr>
      </p:sp>
      <p:sp>
        <p:nvSpPr>
          <p:cNvPr id="4" name="text-312"/>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13"/>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14"/>
          <p:cNvSpPr/>
          <p:nvPr/>
        </p:nvSpPr>
        <p:spPr>
          <a:xfrm>
            <a:off x="4297680" y="1325880"/>
            <a:ext cx="3520440" cy="3840480"/>
          </a:xfrm>
          <a:prstGeom prst="roundRect">
            <a:avLst>
              <a:gd name="adj" fmla="val 2078"/>
            </a:avLst>
          </a:prstGeom>
          <a:solidFill>
            <a:srgbClr val="FDF4E4"/>
          </a:solidFill>
          <a:ln/>
        </p:spPr>
      </p:sp>
      <p:sp>
        <p:nvSpPr>
          <p:cNvPr id="7" name="text-315"/>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16"/>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Access-request approval when the source still blocks the requester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17"/>
          <p:cNvSpPr/>
          <p:nvPr/>
        </p:nvSpPr>
        <p:spPr>
          <a:xfrm>
            <a:off x="8046720" y="1325880"/>
            <a:ext cx="3520440" cy="3840480"/>
          </a:xfrm>
          <a:prstGeom prst="roundRect">
            <a:avLst>
              <a:gd name="adj" fmla="val 2078"/>
            </a:avLst>
          </a:prstGeom>
          <a:solidFill>
            <a:srgbClr val="E8F0FC"/>
          </a:solidFill>
          <a:ln/>
        </p:spPr>
      </p:sp>
      <p:sp>
        <p:nvSpPr>
          <p:cNvPr id="10" name="text-318"/>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 before filming 14 Oct</a:t>
            </a:r>
            <a:endParaRPr lang="en-US" sz="1900" dirty="0"/>
          </a:p>
        </p:txBody>
      </p:sp>
      <p:sp>
        <p:nvSpPr>
          <p:cNvPr id="11" name="status-list-319"/>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Internal Brain">
  <a:themeElements>
    <a:clrScheme name="Internal Brain">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Internal Br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Internal Brain: architecture and trust boundaries</dc:title>
  <dc:subject>PptxGenJS Presentation</dc:subject>
  <dc:creator>Chai Pin Zheng</dc:creator>
  <cp:lastModifiedBy>Chai Pin Zheng</cp:lastModifiedBy>
  <cp:revision>1</cp:revision>
  <dcterms:created xsi:type="dcterms:W3CDTF">2026-10-13T11:01:06Z</dcterms:created>
  <dcterms:modified xsi:type="dcterms:W3CDTF">2026-10-13T11:01:06Z</dcterms:modified>
</cp:coreProperties>
</file>