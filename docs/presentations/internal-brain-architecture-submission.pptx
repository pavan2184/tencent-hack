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1e71f93e-90c2-e0a9-612b-62b38a7a010a}">
          <p14:sldIdLst>
            <p14:sldId id="256"/>
            <p14:sldId id="257"/>
            <p14:sldId id="258"/>
          </p14:sldIdLst>
        </p14:section>
        <p14:section name="Architecture" id="{137edd0d-3154-915a-fd71-3d58a1a63343}">
          <p14:sldIdLst>
            <p14:sldId id="259"/>
            <p14:sldId id="260"/>
            <p14:sldId id="261"/>
          </p14:sldIdLst>
        </p14:section>
        <p14:section name="Proof" id="{146d3468-f03c-2e23-de42-699628e2df36}">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2026-10-16T09:04:45Z</dcterms:created>
  <dcterms:modified xsi:type="dcterms:W3CDTF">2026-10-16T09:04:45Z</dcterms:modified>
</cp:coreProperties>
</file>