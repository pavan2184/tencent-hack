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a132602a-7d26-2f69-59e5-80f0d432bef6}">
          <p14:sldIdLst>
            <p14:sldId id="256"/>
            <p14:sldId id="257"/>
            <p14:sldId id="258"/>
          </p14:sldIdLst>
        </p14:section>
        <p14:section name="Architecture" id="{092b3cbe-1720-0b7b-68e7-afb15b4d3135}">
          <p14:sldIdLst>
            <p14:sldId id="259"/>
            <p14:sldId id="260"/>
            <p14:sldId id="261"/>
          </p14:sldIdLst>
        </p14:section>
        <p14:section name="Proof" id="{bc2af1c4-466d-3b41-ad5d-03e9b7d03fbe}">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686</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2026-10-16T09:20:19Z</dcterms:created>
  <dcterms:modified xsi:type="dcterms:W3CDTF">2026-10-16T09:20:19Z</dcterms:modified>
</cp:coreProperties>
</file>